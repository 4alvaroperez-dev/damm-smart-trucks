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embeddedFontLst>
    <p:embeddedFont>
      <p:font typeface="Lato" panose="020F0502020204030204" pitchFamily="34" charset="0"/>
      <p:regular r:id="rId18"/>
      <p:bold r:id="rId19"/>
      <p:italic r:id="rId20"/>
      <p:boldItalic r:id="rId21"/>
    </p:embeddedFont>
    <p:embeddedFont>
      <p:font typeface="Poppins" panose="020B0502040204020203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07c1927c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07c1927c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07c1927c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07c1927c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07c1927c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07c1927c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07c1927c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07c1927c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07c1927c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07c1927c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07c1927c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07c1927c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07c1927c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07c1927c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98464"/>
            <a:ext cx="116016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E10613"/>
                </a:solidFill>
                <a:latin typeface="Poppins"/>
                <a:ea typeface="Poppins"/>
                <a:cs typeface="Poppins"/>
                <a:sym typeface="Poppins"/>
              </a:rPr>
              <a:t>DAMM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4146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Logística en Temps Real: De la Càrrega a l'Entrega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1482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Interhack Damm 202</a:t>
            </a:r>
            <a:r>
              <a:rPr lang="en-US" sz="1650" b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r>
              <a:rPr lang="en-US" sz="1650" b="1" i="0" u="none" strike="noStrike" cap="none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| Equip </a:t>
            </a:r>
            <a:r>
              <a:rPr lang="en-US" sz="1650" b="1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UABers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62137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09625" y="571500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EL REPTE LOGÍSTIC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23579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Actualment existeix un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buit d'informació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crític entre el moment en què es carrega el camió al magatzem i el moment en què el repartidor arriba al client.</a:t>
            </a:r>
            <a:endParaRPr/>
          </a:p>
        </p:txBody>
      </p:sp>
      <p:pic>
        <p:nvPicPr>
          <p:cNvPr id="97" name="Google Shape;97;p14" title="WhatsApp Image 2026-05-07 at 20.42.55.jpeg"/>
          <p:cNvPicPr preferRelativeResize="0"/>
          <p:nvPr/>
        </p:nvPicPr>
        <p:blipFill rotWithShape="1">
          <a:blip r:embed="rId5">
            <a:alphaModFix/>
          </a:blip>
          <a:srcRect t="19419" b="19419"/>
          <a:stretch/>
        </p:blipFill>
        <p:spPr>
          <a:xfrm>
            <a:off x="6419850" y="1900237"/>
            <a:ext cx="5162550" cy="42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28675" y="413956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138612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Falta de visibilitat del pes real carregat.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28675" y="447472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473773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Sincronització manual de les comandes.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28675" y="480988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808934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Dificultat per gestionar canvis d'última hora.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1908"/>
            <a:ext cx="3492400" cy="318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11908"/>
            <a:ext cx="3492549" cy="318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11908"/>
            <a:ext cx="3492400" cy="31867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9625" y="571500"/>
            <a:ext cx="113514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DAMM: LA CONNEXIÓ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1000" y="2792908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84239" y="3459658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Operari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945433"/>
            <a:ext cx="2730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Validació visual de la càrrega i enviament de dades en un sol clic.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79290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662387" y="3459658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Real-Time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730650" y="3945433"/>
            <a:ext cx="27306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Sincronització instantània per a tota la flota.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4113" y="2792908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440690" y="3459658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Repartidor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08950" y="3945433"/>
            <a:ext cx="2730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Control de kg pendents, ruta optimitzada i mètrica d'entrega.</a:t>
            </a:r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406A4E1-9C72-AE92-0295-D885E0765EA9}"/>
              </a:ext>
            </a:extLst>
          </p:cNvPr>
          <p:cNvSpPr txBox="1"/>
          <p:nvPr/>
        </p:nvSpPr>
        <p:spPr>
          <a:xfrm>
            <a:off x="647700" y="5869858"/>
            <a:ext cx="90075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 CONTINUACIÓ PRESENTEM LA NOSTRA IDEA EN FORMAT PAGINA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809625" y="571500"/>
            <a:ext cx="11351418" cy="186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TAMBÉ HEM PENSAT EN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INTERFÍCIE DE L'OPERARI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dirty="0">
                <a:solidFill>
                  <a:srgbClr val="1A1A1A"/>
                </a:solidFill>
                <a:latin typeface="Poppins"/>
                <a:cs typeface="Poppins"/>
                <a:sym typeface="Poppins"/>
              </a:rPr>
              <a:t>DES DEL SEU MÒBIL</a:t>
            </a:r>
            <a:endParaRPr dirty="0"/>
          </a:p>
        </p:txBody>
      </p:sp>
      <p:sp>
        <p:nvSpPr>
          <p:cNvPr id="164" name="Google Shape;164;p23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571500" y="2724447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Confirmació de Càrrega</a:t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571500" y="3210222"/>
            <a:ext cx="5238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L'operari visualitza les comandes amb estat pendent. Amb el botó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Confirm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571500" y="4109144"/>
            <a:ext cx="5238750" cy="35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Actualització d'estat a carregat.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571500" y="446335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Sincronització del pes total del vehicle.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571500" y="479851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Transferència de dades al repartidor.</a:t>
            </a:r>
            <a:endParaRPr/>
          </a:p>
        </p:txBody>
      </p:sp>
      <p:pic>
        <p:nvPicPr>
          <p:cNvPr id="170" name="Google Shape;1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710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2526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604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7551" y="111375"/>
            <a:ext cx="349369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/>
        </p:nvSpPr>
        <p:spPr>
          <a:xfrm>
            <a:off x="571500" y="571500"/>
            <a:ext cx="5200650" cy="186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EL MATEIX DES DE L'APP DEL REPARTIDOR</a:t>
            </a:r>
            <a:endParaRPr dirty="0"/>
          </a:p>
        </p:txBody>
      </p:sp>
      <p:sp>
        <p:nvSpPr>
          <p:cNvPr id="180" name="Google Shape;180;p24"/>
          <p:cNvSpPr txBox="1"/>
          <p:nvPr/>
        </p:nvSpPr>
        <p:spPr>
          <a:xfrm>
            <a:off x="571500" y="2495550"/>
            <a:ext cx="5200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Gestió </a:t>
            </a:r>
            <a:r>
              <a:rPr lang="en-US" sz="1404" b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Intel·ligent</a:t>
            </a: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del Pes</a:t>
            </a:r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571500" y="2981325"/>
            <a:ext cx="4953000" cy="68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repartidor rep la informació filtrada: només les comandes carregades.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571500" y="4089796"/>
            <a:ext cx="4953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Mètrica clau: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Càlcul automàtic de </a:t>
            </a:r>
            <a:r>
              <a:rPr lang="en-US" sz="165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Kg Restants</a:t>
            </a: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per entregar, ajudant a gestionar la càrrega del vehicle i l'eficiència de la ruta.</a:t>
            </a:r>
            <a:endParaRPr/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5286" y="0"/>
            <a:ext cx="362017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809625" y="571500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IMPACTE EN L'EFICÀCIA</a:t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571500" y="3057525"/>
            <a:ext cx="44196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>
                <a:solidFill>
                  <a:srgbClr val="E10613"/>
                </a:solidFill>
                <a:latin typeface="Lato"/>
                <a:ea typeface="Lato"/>
                <a:cs typeface="Lato"/>
                <a:sym typeface="Lato"/>
              </a:rPr>
              <a:t>20,7</a:t>
            </a:r>
            <a:r>
              <a:rPr lang="en-US" sz="12000" b="1" i="0" u="none" strike="noStrike" cap="none">
                <a:solidFill>
                  <a:srgbClr val="E10613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571500" y="4750900"/>
            <a:ext cx="441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5A059"/>
                </a:solidFill>
                <a:latin typeface="Lato"/>
                <a:ea typeface="Lato"/>
                <a:cs typeface="Lato"/>
                <a:sym typeface="Lato"/>
              </a:rPr>
              <a:t>Estalvi de Temps</a:t>
            </a:r>
            <a:endParaRPr/>
          </a:p>
        </p:txBody>
      </p:sp>
      <p:sp>
        <p:nvSpPr>
          <p:cNvPr id="193" name="Google Shape;193;p25"/>
          <p:cNvSpPr txBox="1"/>
          <p:nvPr/>
        </p:nvSpPr>
        <p:spPr>
          <a:xfrm>
            <a:off x="5562600" y="3050083"/>
            <a:ext cx="6629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Optimització de Processos</a:t>
            </a:r>
            <a:endParaRPr/>
          </a:p>
        </p:txBody>
      </p:sp>
      <p:sp>
        <p:nvSpPr>
          <p:cNvPr id="194" name="Google Shape;194;p25"/>
          <p:cNvSpPr txBox="1"/>
          <p:nvPr/>
        </p:nvSpPr>
        <p:spPr>
          <a:xfrm>
            <a:off x="5562600" y="3535858"/>
            <a:ext cx="6629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 eliminar la coordinació manual i els errors en el registre del pes, aconseguim una càrrega més ràpida i una entrega més informada.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5562600" y="4415730"/>
            <a:ext cx="66294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repartidor sap exactament què porta i quant li queda en tot moment.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4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809625" y="571500"/>
            <a:ext cx="11351418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FLUX DE LA DIAPOSITIVA</a:t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571500" y="571500"/>
            <a:ext cx="76200" cy="771525"/>
          </a:xfrm>
          <a:prstGeom prst="rect">
            <a:avLst/>
          </a:prstGeom>
          <a:solidFill>
            <a:srgbClr val="E1061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6"/>
          <p:cNvSpPr/>
          <p:nvPr/>
        </p:nvSpPr>
        <p:spPr>
          <a:xfrm>
            <a:off x="571500" y="4462462"/>
            <a:ext cx="110490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1548705" y="3465314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10613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510733" y="4132064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Pendent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571500" y="4617839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L'ordre arriba al magatzem des de l'ERP.</a:t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4421385" y="3465314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10613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3383413" y="4132064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Confirmació</a:t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3444180" y="4617839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L'operari carrega el producte i valida l'acció.</a:t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7294066" y="3465314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10613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6256094" y="4132064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En Ruta</a:t>
            </a:r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6316860" y="4617839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repartidor rep la comanda al camió.</a:t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10166746" y="3465314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10613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9128774" y="4132064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Entregat</a:t>
            </a:r>
            <a:endParaRPr/>
          </a:p>
        </p:txBody>
      </p:sp>
      <p:sp>
        <p:nvSpPr>
          <p:cNvPr id="215" name="Google Shape;215;p26"/>
          <p:cNvSpPr txBox="1"/>
          <p:nvPr/>
        </p:nvSpPr>
        <p:spPr>
          <a:xfrm>
            <a:off x="9189541" y="4617839"/>
            <a:ext cx="243066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Cercle tancat i dades guardades al núvol.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 title="WhatsApp Image 2026-05-07 at 20.42.51 (1).jpeg"/>
          <p:cNvPicPr preferRelativeResize="0"/>
          <p:nvPr/>
        </p:nvPicPr>
        <p:blipFill rotWithShape="1">
          <a:blip r:embed="rId3">
            <a:alphaModFix amt="35000"/>
          </a:blip>
          <a:srcRect t="28907" b="2890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295275" y="2276475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Futur de la Logística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2286000" y="3476625"/>
            <a:ext cx="76200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Escalabilitat total, anàlisi de dades massives i IA per a una flota 100% connectada.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</Words>
  <Application>Microsoft Office PowerPoint</Application>
  <PresentationFormat>Panorámica</PresentationFormat>
  <Paragraphs>48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Poppins</vt:lpstr>
      <vt:lpstr>Calibri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Álvaro Pérez</dc:creator>
  <cp:lastModifiedBy>Álvaro Pérez Gallardo</cp:lastModifiedBy>
  <cp:revision>1</cp:revision>
  <dcterms:modified xsi:type="dcterms:W3CDTF">2026-05-10T08:52:57Z</dcterms:modified>
</cp:coreProperties>
</file>