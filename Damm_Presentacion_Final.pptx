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72" r:id="rId4"/>
    <p:sldId id="258" r:id="rId5"/>
    <p:sldId id="266" r:id="rId6"/>
    <p:sldId id="267" r:id="rId7"/>
    <p:sldId id="270" r:id="rId8"/>
    <p:sldId id="271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657A0F9-4F3B-6292-A13E-9B09755A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76F145B9-9BD2-BB3E-6B9D-090B0681F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75448CF-5BCE-3343-372B-8AA7A0B9C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8127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98464"/>
            <a:ext cx="116016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 dirty="0">
                <a:solidFill>
                  <a:srgbClr val="E10613"/>
                </a:solidFill>
                <a:latin typeface="Poppins"/>
                <a:ea typeface="Poppins"/>
                <a:cs typeface="Poppins"/>
                <a:sym typeface="Poppins"/>
              </a:rPr>
              <a:t>DAMM 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4146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Logística en Temps Real: De la Càrrega a l'Entrega</a:t>
            </a:r>
            <a:endParaRPr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C915286E-D073-6E8C-8DFE-B759FBB82838}"/>
              </a:ext>
            </a:extLst>
          </p:cNvPr>
          <p:cNvSpPr txBox="1"/>
          <p:nvPr/>
        </p:nvSpPr>
        <p:spPr>
          <a:xfrm>
            <a:off x="571500" y="4227849"/>
            <a:ext cx="110490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50" b="1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InterHack</a:t>
            </a: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Damm 2026 | Equip </a:t>
            </a:r>
            <a:r>
              <a:rPr lang="en-US" sz="1650" b="1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UABers</a:t>
            </a:r>
            <a:endParaRPr lang="en-US" sz="1650" b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Judith Esteban – Business UAB</a:t>
            </a:r>
          </a:p>
          <a:p>
            <a:pPr algn="ctr">
              <a:lnSpc>
                <a:spcPct val="160000"/>
              </a:lnSpc>
            </a:pP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Álvaro Pérez – Business UAB</a:t>
            </a:r>
          </a:p>
          <a:p>
            <a:pPr algn="ctr">
              <a:lnSpc>
                <a:spcPct val="160000"/>
              </a:lnSpc>
            </a:pP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Jan Krahl - </a:t>
            </a:r>
            <a:r>
              <a:rPr lang="en-US" sz="1650" b="1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Matemàtica</a:t>
            </a: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Computacional</a:t>
            </a: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UAB</a:t>
            </a:r>
          </a:p>
          <a:p>
            <a:pPr algn="ctr">
              <a:lnSpc>
                <a:spcPct val="160000"/>
              </a:lnSpc>
            </a:pP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</a:rPr>
              <a:t>Joel Fornós</a:t>
            </a: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650" b="1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Matemàtica</a:t>
            </a: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dirty="0" err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Computacional</a:t>
            </a:r>
            <a:r>
              <a:rPr lang="en-US" sz="1650" b="1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UAB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09625" y="571500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EL REPTE LOGÍSTIC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580007"/>
            <a:ext cx="523875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Actualment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50" b="1" i="0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buit</a:t>
            </a:r>
            <a:r>
              <a:rPr lang="en-US" sz="1650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d'informació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crític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650" b="0" i="1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càrrega</a:t>
            </a:r>
            <a:r>
              <a:rPr lang="en-US" sz="1650" b="0" i="1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1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magatzem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1" u="none" strike="noStrike" cap="none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distribució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Falta de </a:t>
            </a: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visibilitat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del pes real </a:t>
            </a: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carregat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sz="1650" dirty="0">
              <a:solidFill>
                <a:srgbClr val="333333"/>
              </a:solidFill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Sincronització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manual de les </a:t>
            </a: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comandes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</a:rPr>
              <a:t>Dificultat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</a:rPr>
              <a:t> per </a:t>
            </a: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</a:rPr>
              <a:t>gestionar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</a:rPr>
              <a:t>canvis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650" dirty="0" err="1">
                <a:solidFill>
                  <a:srgbClr val="333333"/>
                </a:solidFill>
                <a:latin typeface="Lato"/>
                <a:ea typeface="Lato"/>
                <a:cs typeface="Lato"/>
              </a:rPr>
              <a:t>d'última</a:t>
            </a:r>
            <a:r>
              <a:rPr lang="en-US" sz="1650" dirty="0">
                <a:solidFill>
                  <a:srgbClr val="333333"/>
                </a:solidFill>
                <a:latin typeface="Lato"/>
                <a:ea typeface="Lato"/>
                <a:cs typeface="Lato"/>
              </a:rPr>
              <a:t> hora.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650" dirty="0">
              <a:solidFill>
                <a:srgbClr val="333333"/>
              </a:solidFill>
              <a:latin typeface="Lato"/>
              <a:ea typeface="Lato"/>
              <a:cs typeface="Lato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50" dirty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50" b="0" i="0" u="none" strike="noStrike" cap="none" dirty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7" name="Google Shape;97;p14" title="WhatsApp Image 2026-05-07 at 20.42.55.jpeg"/>
          <p:cNvPicPr preferRelativeResize="0"/>
          <p:nvPr/>
        </p:nvPicPr>
        <p:blipFill rotWithShape="1">
          <a:blip r:embed="rId5">
            <a:alphaModFix/>
          </a:blip>
          <a:srcRect t="19419" b="19419"/>
          <a:stretch/>
        </p:blipFill>
        <p:spPr>
          <a:xfrm>
            <a:off x="6419850" y="1900237"/>
            <a:ext cx="5162550" cy="42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60C6B207-3262-359B-BC93-F591AA8D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27D16D03-ECC0-0E8C-C14F-34F7245E66B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A07BCA8A-B066-6A75-08CB-D9129BBBE62C}"/>
              </a:ext>
            </a:extLst>
          </p:cNvPr>
          <p:cNvSpPr txBox="1"/>
          <p:nvPr/>
        </p:nvSpPr>
        <p:spPr>
          <a:xfrm>
            <a:off x="809625" y="571500"/>
            <a:ext cx="11351418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METRIQUES</a:t>
            </a:r>
            <a:endParaRPr dirty="0"/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7714E403-8049-0F51-28D5-63C76ED3617E}"/>
              </a:ext>
            </a:extLst>
          </p:cNvPr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E158A-C2EF-7395-E768-944B49C05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57" y="1561090"/>
            <a:ext cx="10211685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3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1908"/>
            <a:ext cx="3492400" cy="318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11908"/>
            <a:ext cx="3492549" cy="318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11908"/>
            <a:ext cx="3492400" cy="31867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9625" y="571500"/>
            <a:ext cx="113514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DAMM: LA CONNEXIÓ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1000" y="2792908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84239" y="3459658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Operari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945433"/>
            <a:ext cx="2730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Validació visual de la càrrega i enviament de dades en un sol clic.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79290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662387" y="3459658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30650" y="3945433"/>
            <a:ext cx="27306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Sincronització instantània per a tota la flota.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113" y="2792908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440690" y="3459658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Repartidor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08950" y="3945433"/>
            <a:ext cx="2730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Control de kg pendents, ruta optimitzada i mètrica d'entrega.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809625" y="571500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INTERFÍCIE DE L'OPERARI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571500" y="272444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Confirmació de Càrrega</a:t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571500" y="3210222"/>
            <a:ext cx="5238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L'operari visualitza les comandes amb estat pendent. Amb el botó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Confirm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571500" y="4109144"/>
            <a:ext cx="5238750" cy="35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Actualització d'estat a carregat.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571500" y="446335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Sincronització del pes total del vehicle.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571500" y="479851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Transferència de dades al repartidor.</a:t>
            </a:r>
            <a:endParaRPr/>
          </a:p>
        </p:txBody>
      </p:sp>
      <p:pic>
        <p:nvPicPr>
          <p:cNvPr id="170" name="Google Shape;1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710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2526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604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7551" y="111375"/>
            <a:ext cx="349369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571500" y="571500"/>
            <a:ext cx="52006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L'APP DEL REPARTIDOR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571500" y="2495550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Gestió </a:t>
            </a:r>
            <a:r>
              <a:rPr lang="en-US" sz="1404" b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Intel·ligent</a:t>
            </a: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del Pes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571500" y="2981325"/>
            <a:ext cx="4953000" cy="68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repartidor rep la informació filtrada: només les comandes carregades.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571500" y="4089796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Mètrica clau: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Càlcul automàtic de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Kg Restants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per entregar, ajudant a gestionar la càrrega del vehicle i l'eficiència de la ruta.</a:t>
            </a:r>
            <a:endParaRPr/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5286" y="0"/>
            <a:ext cx="362017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4877"/>
            <a:ext cx="676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1143000" y="2193577"/>
            <a:ext cx="9906000" cy="219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La nostra missió és que la cervesa Damm flueixi sense obstacles, des de la nostra fàbrica fins a la mà del client, de la manera més eficient possible.</a:t>
            </a:r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5038725" y="4845248"/>
            <a:ext cx="2114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— Equip Damm</a:t>
            </a:r>
            <a:endParaRPr/>
          </a:p>
        </p:txBody>
      </p:sp>
      <p:pic>
        <p:nvPicPr>
          <p:cNvPr id="224" name="Google Shape;22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44225" y="4930973"/>
            <a:ext cx="6762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 title="WhatsApp Image 2026-05-07 at 20.42.51 (1).jpeg"/>
          <p:cNvPicPr preferRelativeResize="0"/>
          <p:nvPr/>
        </p:nvPicPr>
        <p:blipFill rotWithShape="1">
          <a:blip r:embed="rId3">
            <a:alphaModFix amt="35000"/>
          </a:blip>
          <a:srcRect t="28907" b="2890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295275" y="2276475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Futur de la Logística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2286000" y="3476625"/>
            <a:ext cx="76200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Escalabilitat total, anàlisi de dades massives i IA per a una flota 100% connectada.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253</Words>
  <Application>Microsoft Office PowerPoint</Application>
  <PresentationFormat>Widescreen</PresentationFormat>
  <Paragraphs>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Poppins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 Krahl</dc:creator>
  <cp:lastModifiedBy>Jan Krahl Sorin</cp:lastModifiedBy>
  <cp:revision>5</cp:revision>
  <dcterms:modified xsi:type="dcterms:W3CDTF">2026-05-10T11:00:50Z</dcterms:modified>
</cp:coreProperties>
</file>